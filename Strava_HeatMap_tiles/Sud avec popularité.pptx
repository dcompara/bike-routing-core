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B97079-2CFE-5097-D995-27A19E24C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8B12AA-B07C-AD03-1B64-C0A4CC76C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BA5892-4989-8221-CC75-ABB8A007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418C9-8697-319F-9AD4-8FE0ABE9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EB3AC9-D348-8DCD-E10B-82A715D6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63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BDCA4-6860-6275-40EF-031A1FC7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EC3B72-F9F9-3911-B85E-81DC8CEE6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5641FF-4B5C-7B6D-1D9B-C49C4091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B23AFB-DB73-75E7-DB66-52BC82DD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ABF7CC-CAE6-053C-24F6-FCBC7A22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47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B04DC-BBC9-B710-D1EC-EE0CA9B21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D499F3-D2EC-102E-96D3-67A38B12A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A7CA9C-F23A-0BA5-4FED-1E681A0E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936016-64ED-6B14-09B7-227409E7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F890A2-E278-C6EB-C8F0-78D16EBB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8643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A12A13-FE38-5771-97B5-21D929F6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B4E2C1-2E6E-44E1-452B-646A623F9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8CD34B-43D0-8924-9E6F-2870D7D60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5FA6F7-C9AE-FCD0-B706-7A337F4B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612C20-E346-0EA2-E4E1-A8FF61F8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D143CE-E084-DFB3-089B-2EC6B411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17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16893-0D0A-9EC9-E8B6-77B887C3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77F8E3-3307-DCF0-8DCE-D59A0F071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CFF30C-3547-4FE6-0641-C5C076551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876E9DA-12A2-099D-8E7E-FD3386349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52BBC5-3ECF-BAF5-2A6D-FA999A2C9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CADF35-0964-C5D6-99B3-BFA5CDC2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C25A7B-F59F-B2FA-2796-07F1C88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79ADF7-5C45-0354-1C57-875FE75F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34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86577-54FB-5109-6D64-CA582D10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86B445-D451-42EC-DE57-6B668834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7AC2E1-0FD9-0F89-4923-B691D6E4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EA6AE1-7F24-D848-931D-B142880C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400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DA76787-0E89-5616-B047-7E2AE86B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645F7C-A426-293F-7C2C-6D806975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63F965-ACC8-8304-F7AC-62F8B363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4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5E0A51-5C2B-C11C-3125-C04218FB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DB70F9-BB4E-AD6A-3E2D-A1F51FFB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94B905-401D-A4A5-405C-9EA19BB68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6617A3-F9F7-01EF-4733-91BFB8EC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A279AC-8973-7371-8E8D-AC077243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D8A38C-97B4-A85D-DF33-820F58BB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2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2D57C7-A47B-28D0-1D5A-9335DDA3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C4119DF-9151-6D5C-0C8F-8C9E3F04E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387B7B-DD68-5FE5-09E9-036B03E58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B51799-5238-B73C-DF53-D62DAC9D4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83055C-79AF-108D-9F1E-1ECC223D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7BD53D-BFB3-BB9B-110D-2B57A530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93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D6550-9814-11FD-BA44-7539A419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8CD222-1E3E-9058-5F2C-19CA5F9D0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6B0F55-4A5D-006F-4AC9-8E187891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36133E-4240-F08E-C4FE-D775857C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98619F-801A-64B8-B357-8C1D3E88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82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5F2E94-8B1E-DC78-36B5-773643576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B739BD-53C5-EBEF-A74B-E1866C129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DEDF89-4506-F184-9FFA-5FBB9189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1D52E-2590-695D-91FB-F0760470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B12566-1820-6216-9128-090F29B5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9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2717D9-2470-7689-16AF-F4400B7A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9DA3C7-5365-7A77-AA73-E92E7E3F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B08912-3C7F-B301-DEF4-45702DB4C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01103-D0DF-4F7B-B12C-BC6D8ACC99B9}" type="datetimeFigureOut">
              <a:rPr lang="fr-FR" smtClean="0"/>
              <a:t>22/07/2024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74188E-A51D-0B57-89A5-7777130A3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AB946D-4B0B-D3FD-2504-A06F74591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75541-14BE-4056-B81D-127A02161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30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40B8107-3C06-1209-61B1-F24154D4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354" y="314960"/>
            <a:ext cx="7428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64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2728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Comparat</dc:creator>
  <cp:lastModifiedBy>Daniel Comparat</cp:lastModifiedBy>
  <cp:revision>1</cp:revision>
  <dcterms:created xsi:type="dcterms:W3CDTF">2024-07-22T21:52:45Z</dcterms:created>
  <dcterms:modified xsi:type="dcterms:W3CDTF">2024-07-24T19:21:37Z</dcterms:modified>
</cp:coreProperties>
</file>